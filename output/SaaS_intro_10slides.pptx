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新SaaSサービス紹介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サービス名: FastSaaS</a:t>
            </a:r>
          </a:p>
          <a:p>
            <a:pPr lvl="1"/>
            <a:r>
              <a:t>タグライン: 使いやすく拡張可能な業務効率化プラットフォーム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市場課題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・断片化した業務ツールによる非効率</a:t>
            </a:r>
          </a:p>
          <a:p>
            <a:pPr lvl="1"/>
            <a:r>
              <a:t>・導入コストと運用負荷の高さ</a:t>
            </a:r>
          </a:p>
          <a:p>
            <a:pPr lvl="1"/>
            <a:r>
              <a:t>・中小企業向けのカスタマイズ不足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ソリューション概要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・オールインワンSaaSで業務を一本化</a:t>
            </a:r>
          </a:p>
          <a:p>
            <a:pPr lvl="1"/>
            <a:r>
              <a:t>・低コストで即導入可能</a:t>
            </a:r>
          </a:p>
          <a:p>
            <a:pPr lvl="1"/>
            <a:r>
              <a:t>・柔軟なAPIと拡張性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主要機能（1/2）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・ワークフロー自動化</a:t>
            </a:r>
          </a:p>
          <a:p>
            <a:pPr lvl="1"/>
            <a:r>
              <a:t>・リアルタイム分析ダッシュボード</a:t>
            </a:r>
          </a:p>
          <a:p>
            <a:pPr lvl="1"/>
            <a:r>
              <a:t>・ユーザー権限管理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主要機能（2/2）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・簡単なテンプレートと導入支援</a:t>
            </a:r>
          </a:p>
          <a:p>
            <a:pPr lvl="1"/>
            <a:r>
              <a:t>・多言語対応</a:t>
            </a:r>
          </a:p>
          <a:p>
            <a:pPr lvl="1"/>
            <a:r>
              <a:t>・豊富な連携コネクタ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導入効果とKPI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・作業時間短縮30%想定</a:t>
            </a:r>
          </a:p>
          <a:p>
            <a:pPr lvl="1"/>
            <a:r>
              <a:t>・導入3ヶ月で投資回収</a:t>
            </a:r>
          </a:p>
          <a:p>
            <a:pPr lvl="1"/>
            <a:r>
              <a:t>・NPSの向上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技術アーキテクチャ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・クラウドネイティブ（K8s）</a:t>
            </a:r>
          </a:p>
          <a:p>
            <a:pPr lvl="1"/>
            <a:r>
              <a:t>・マイクロサービス+イベント駆動</a:t>
            </a:r>
          </a:p>
          <a:p>
            <a:pPr lvl="1"/>
            <a:r>
              <a:t>・セキュリティ: SSO, encryption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ビジネスモデル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・フリーミアム + プロ/エンタープライズプラン</a:t>
            </a:r>
          </a:p>
          <a:p>
            <a:pPr lvl="1"/>
            <a:r>
              <a:t>・導入サービスとカスタム開発で収益化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ロードマップ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・M1: コア機能完成（0-3ヶ月）</a:t>
            </a:r>
          </a:p>
          <a:p>
            <a:pPr lvl="1"/>
            <a:r>
              <a:t>・M2: 連携コネクタ追加（3-6ヶ月）</a:t>
            </a:r>
          </a:p>
          <a:p>
            <a:pPr lvl="1"/>
            <a:r>
              <a:t>・M3: 大手向け拡張（6-12ヶ月）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次のアクション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・デモ日程を設定してください</a:t>
            </a:r>
          </a:p>
          <a:p>
            <a:pPr lvl="1"/>
            <a:r>
              <a:t>・要件に合わせたPoCを提案します</a:t>
            </a:r>
          </a:p>
          <a:p>
            <a:pPr lvl="1"/>
            <a:r>
              <a:t>・連絡先: sales@fastsaas.example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